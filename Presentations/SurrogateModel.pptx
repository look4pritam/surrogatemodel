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8" r:id="rId3"/>
    <p:sldId id="272" r:id="rId4"/>
    <p:sldId id="278" r:id="rId5"/>
    <p:sldId id="279" r:id="rId6"/>
    <p:sldId id="269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FDCCA-FFB9-49F6-B56E-F6432283D67C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EC5B1-3194-4B6A-BAEE-39D412112D0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Surrogate Model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/>
              <a:t>Pritam Prakash Shete</a:t>
            </a:r>
          </a:p>
          <a:p>
            <a:r>
              <a:rPr lang="en-US" dirty="0"/>
              <a:t>Computer Division, BARC </a:t>
            </a:r>
          </a:p>
          <a:p>
            <a:r>
              <a:rPr lang="en-IN" dirty="0"/>
              <a:t>Centre for Excellence in Basic Sciences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Why Accelerate Simulations?</a:t>
            </a:r>
          </a:p>
          <a:p>
            <a:r>
              <a:rPr lang="en-US" dirty="0"/>
              <a:t>What is Surrogate Modeling?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Engineering design </a:t>
            </a:r>
          </a:p>
          <a:p>
            <a:r>
              <a:rPr lang="en-US" dirty="0"/>
              <a:t>Computer simulations</a:t>
            </a:r>
          </a:p>
          <a:p>
            <a:r>
              <a:rPr lang="en-US" dirty="0"/>
              <a:t>Simulations evaluate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Design parameters</a:t>
            </a:r>
          </a:p>
          <a:p>
            <a:r>
              <a:rPr lang="en-US" dirty="0"/>
              <a:t>Problem</a:t>
            </a:r>
          </a:p>
          <a:p>
            <a:pPr lvl="1"/>
            <a:r>
              <a:rPr lang="en-US" dirty="0"/>
              <a:t>High computational cost</a:t>
            </a:r>
          </a:p>
          <a:p>
            <a:pPr lvl="1"/>
            <a:r>
              <a:rPr lang="en-US" dirty="0"/>
              <a:t>Time consuming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Need faster alternatives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Accelerate Simulations?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Simulations are required for</a:t>
            </a:r>
          </a:p>
          <a:p>
            <a:pPr lvl="1"/>
            <a:r>
              <a:rPr lang="en-US" dirty="0"/>
              <a:t>Sensitivity analysis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Risk analysis</a:t>
            </a:r>
          </a:p>
          <a:p>
            <a:r>
              <a:rPr lang="en-US" dirty="0"/>
              <a:t>Each scenario requires multiple simulation runs</a:t>
            </a:r>
          </a:p>
          <a:p>
            <a:r>
              <a:rPr lang="en-US" dirty="0"/>
              <a:t>Simulation runs  are often</a:t>
            </a:r>
          </a:p>
          <a:p>
            <a:pPr lvl="1"/>
            <a:r>
              <a:rPr lang="en-US" dirty="0"/>
              <a:t>Expensive</a:t>
            </a:r>
          </a:p>
          <a:p>
            <a:pPr lvl="1"/>
            <a:r>
              <a:rPr lang="en-US" dirty="0"/>
              <a:t>Takes days per run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Simulations are accurate but costly and impractical at scale.</a:t>
            </a:r>
          </a:p>
        </p:txBody>
      </p:sp>
    </p:spTree>
    <p:extLst>
      <p:ext uri="{BB962C8B-B14F-4D97-AF65-F5344CB8AC3E}">
        <p14:creationId xmlns:p14="http://schemas.microsoft.com/office/powerpoint/2010/main" val="1073314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Surrogate Modeling?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data driven approximation model</a:t>
            </a:r>
          </a:p>
          <a:p>
            <a:r>
              <a:rPr lang="en-US" dirty="0"/>
              <a:t>Mimics expensive simulations</a:t>
            </a:r>
          </a:p>
          <a:p>
            <a:r>
              <a:rPr lang="en-US" dirty="0"/>
              <a:t>Surrogate model is built using</a:t>
            </a:r>
          </a:p>
          <a:p>
            <a:pPr lvl="1"/>
            <a:r>
              <a:rPr lang="en-US" dirty="0"/>
              <a:t>Input parameters (X)</a:t>
            </a:r>
          </a:p>
          <a:p>
            <a:pPr lvl="1"/>
            <a:r>
              <a:rPr lang="en-US" dirty="0"/>
              <a:t>Simulation outputs (y)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Replaces simulation with a fast predictive model.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6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2176</TotalTime>
  <Words>123</Words>
  <Application>Microsoft Office PowerPoint</Application>
  <PresentationFormat>On-screen Show (4:3)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Surrogate Model</vt:lpstr>
      <vt:lpstr>Topics</vt:lpstr>
      <vt:lpstr>Introduction</vt:lpstr>
      <vt:lpstr>Why Accelerate Simulations?</vt:lpstr>
      <vt:lpstr>What is Surrogate Modeling?</vt:lpstr>
      <vt:lpstr>Questions?</vt:lpstr>
    </vt:vector>
  </TitlesOfParts>
  <Company>BARC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Convolutional Neural Networks</dc:title>
  <dc:creator>Pritam Prakash Shete</dc:creator>
  <cp:lastModifiedBy>BARC</cp:lastModifiedBy>
  <cp:revision>1335</cp:revision>
  <dcterms:created xsi:type="dcterms:W3CDTF">2019-02-01T20:19:40Z</dcterms:created>
  <dcterms:modified xsi:type="dcterms:W3CDTF">2026-04-16T06:34:53Z</dcterms:modified>
</cp:coreProperties>
</file>